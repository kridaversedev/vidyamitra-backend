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"/>
  </p:handout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682F"/>
    <a:srgbClr val="5F5F5F"/>
    <a:srgbClr val="0099CC"/>
    <a:srgbClr val="0000FF"/>
    <a:srgbClr val="006699"/>
    <a:srgbClr val="009999"/>
    <a:srgbClr val="0066CC"/>
    <a:srgbClr val="666699"/>
    <a:srgbClr val="FF660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B02CE6-919C-4A00-B099-C381260FC93D}" v="3" dt="2024-05-14T05:49:53.1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20185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20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Sanjay Chitnis" userId="d701cc45-4ba7-408d-a7c7-d22f733f1309" providerId="ADAL" clId="{1BB02CE6-919C-4A00-B099-C381260FC93D}"/>
    <pc:docChg chg="undo custSel addSld delSld modSld">
      <pc:chgData name="Dr. Sanjay Chitnis" userId="d701cc45-4ba7-408d-a7c7-d22f733f1309" providerId="ADAL" clId="{1BB02CE6-919C-4A00-B099-C381260FC93D}" dt="2024-05-23T05:54:49.903" v="86" actId="20577"/>
      <pc:docMkLst>
        <pc:docMk/>
      </pc:docMkLst>
      <pc:sldChg chg="modSp del mod">
        <pc:chgData name="Dr. Sanjay Chitnis" userId="d701cc45-4ba7-408d-a7c7-d22f733f1309" providerId="ADAL" clId="{1BB02CE6-919C-4A00-B099-C381260FC93D}" dt="2024-05-14T05:50:27.725" v="44" actId="47"/>
        <pc:sldMkLst>
          <pc:docMk/>
          <pc:sldMk cId="1117404939" sldId="257"/>
        </pc:sldMkLst>
        <pc:spChg chg="mod">
          <ac:chgData name="Dr. Sanjay Chitnis" userId="d701cc45-4ba7-408d-a7c7-d22f733f1309" providerId="ADAL" clId="{1BB02CE6-919C-4A00-B099-C381260FC93D}" dt="2024-05-14T05:49:45.075" v="20" actId="14100"/>
          <ac:spMkLst>
            <pc:docMk/>
            <pc:sldMk cId="1117404939" sldId="257"/>
            <ac:spMk id="4" creationId="{CE7CD094-0251-5ADC-5BA4-3A4F8DEBAFE4}"/>
          </ac:spMkLst>
        </pc:spChg>
        <pc:spChg chg="mod">
          <ac:chgData name="Dr. Sanjay Chitnis" userId="d701cc45-4ba7-408d-a7c7-d22f733f1309" providerId="ADAL" clId="{1BB02CE6-919C-4A00-B099-C381260FC93D}" dt="2024-05-14T05:49:07.561" v="15" actId="20577"/>
          <ac:spMkLst>
            <pc:docMk/>
            <pc:sldMk cId="1117404939" sldId="257"/>
            <ac:spMk id="5" creationId="{47130C3E-D6E2-EBBD-68AA-52C5CA5183CB}"/>
          </ac:spMkLst>
        </pc:spChg>
      </pc:sldChg>
      <pc:sldChg chg="modSp mod">
        <pc:chgData name="Dr. Sanjay Chitnis" userId="d701cc45-4ba7-408d-a7c7-d22f733f1309" providerId="ADAL" clId="{1BB02CE6-919C-4A00-B099-C381260FC93D}" dt="2024-05-14T05:50:36.990" v="45" actId="6549"/>
        <pc:sldMkLst>
          <pc:docMk/>
          <pc:sldMk cId="117377183" sldId="262"/>
        </pc:sldMkLst>
        <pc:spChg chg="mod">
          <ac:chgData name="Dr. Sanjay Chitnis" userId="d701cc45-4ba7-408d-a7c7-d22f733f1309" providerId="ADAL" clId="{1BB02CE6-919C-4A00-B099-C381260FC93D}" dt="2024-05-14T05:50:36.990" v="45" actId="6549"/>
          <ac:spMkLst>
            <pc:docMk/>
            <pc:sldMk cId="117377183" sldId="262"/>
            <ac:spMk id="4" creationId="{6AF1A31C-305B-8B99-2614-E443CD2AFB3B}"/>
          </ac:spMkLst>
        </pc:spChg>
      </pc:sldChg>
      <pc:sldChg chg="addSp delSp modSp mod">
        <pc:chgData name="Dr. Sanjay Chitnis" userId="d701cc45-4ba7-408d-a7c7-d22f733f1309" providerId="ADAL" clId="{1BB02CE6-919C-4A00-B099-C381260FC93D}" dt="2024-05-14T05:50:22.487" v="43" actId="1036"/>
        <pc:sldMkLst>
          <pc:docMk/>
          <pc:sldMk cId="4096696305" sldId="285"/>
        </pc:sldMkLst>
        <pc:spChg chg="add del">
          <ac:chgData name="Dr. Sanjay Chitnis" userId="d701cc45-4ba7-408d-a7c7-d22f733f1309" providerId="ADAL" clId="{1BB02CE6-919C-4A00-B099-C381260FC93D}" dt="2024-05-14T05:48:45.713" v="1" actId="22"/>
          <ac:spMkLst>
            <pc:docMk/>
            <pc:sldMk cId="4096696305" sldId="285"/>
            <ac:spMk id="4" creationId="{165D92B8-C78A-7C2C-97AE-66FE339BA7BA}"/>
          </ac:spMkLst>
        </pc:spChg>
        <pc:spChg chg="add mod">
          <ac:chgData name="Dr. Sanjay Chitnis" userId="d701cc45-4ba7-408d-a7c7-d22f733f1309" providerId="ADAL" clId="{1BB02CE6-919C-4A00-B099-C381260FC93D}" dt="2024-05-14T05:50:14.869" v="23" actId="122"/>
          <ac:spMkLst>
            <pc:docMk/>
            <pc:sldMk cId="4096696305" sldId="285"/>
            <ac:spMk id="5" creationId="{40F7733D-A1AB-983A-2E72-407AADCF72D7}"/>
          </ac:spMkLst>
        </pc:spChg>
        <pc:spChg chg="add mod">
          <ac:chgData name="Dr. Sanjay Chitnis" userId="d701cc45-4ba7-408d-a7c7-d22f733f1309" providerId="ADAL" clId="{1BB02CE6-919C-4A00-B099-C381260FC93D}" dt="2024-05-14T05:50:22.487" v="43" actId="1036"/>
          <ac:spMkLst>
            <pc:docMk/>
            <pc:sldMk cId="4096696305" sldId="285"/>
            <ac:spMk id="6" creationId="{76CB63F7-0714-DD64-4436-446BAB1D05BF}"/>
          </ac:spMkLst>
        </pc:spChg>
      </pc:sldChg>
      <pc:sldChg chg="modSp new mod">
        <pc:chgData name="Dr. Sanjay Chitnis" userId="d701cc45-4ba7-408d-a7c7-d22f733f1309" providerId="ADAL" clId="{1BB02CE6-919C-4A00-B099-C381260FC93D}" dt="2024-05-23T05:54:49.903" v="86" actId="20577"/>
        <pc:sldMkLst>
          <pc:docMk/>
          <pc:sldMk cId="3441435611" sldId="286"/>
        </pc:sldMkLst>
        <pc:spChg chg="mod">
          <ac:chgData name="Dr. Sanjay Chitnis" userId="d701cc45-4ba7-408d-a7c7-d22f733f1309" providerId="ADAL" clId="{1BB02CE6-919C-4A00-B099-C381260FC93D}" dt="2024-05-23T05:54:49.903" v="86" actId="20577"/>
          <ac:spMkLst>
            <pc:docMk/>
            <pc:sldMk cId="3441435611" sldId="286"/>
            <ac:spMk id="2" creationId="{4C0FC70F-D726-DF65-7127-E962D207846B}"/>
          </ac:spMkLst>
        </pc:spChg>
      </pc:sldChg>
    </pc:docChg>
  </pc:docChgLst>
  <pc:docChgLst>
    <pc:chgData name="Dr. Sanjay Chitnis" userId="S::sanjay.chitnis@reva.edu.in::d701cc45-4ba7-408d-a7c7-d22f733f1309" providerId="AD" clId="Web-{1624BE3E-BE89-33E8-CF85-29E1989996DB}"/>
    <pc:docChg chg="modSld">
      <pc:chgData name="Dr. Sanjay Chitnis" userId="S::sanjay.chitnis@reva.edu.in::d701cc45-4ba7-408d-a7c7-d22f733f1309" providerId="AD" clId="Web-{1624BE3E-BE89-33E8-CF85-29E1989996DB}" dt="2024-05-13T08:58:10.613" v="17" actId="20577"/>
      <pc:docMkLst>
        <pc:docMk/>
      </pc:docMkLst>
      <pc:sldChg chg="modSp">
        <pc:chgData name="Dr. Sanjay Chitnis" userId="S::sanjay.chitnis@reva.edu.in::d701cc45-4ba7-408d-a7c7-d22f733f1309" providerId="AD" clId="Web-{1624BE3E-BE89-33E8-CF85-29E1989996DB}" dt="2024-05-13T08:57:02.190" v="3" actId="20577"/>
        <pc:sldMkLst>
          <pc:docMk/>
          <pc:sldMk cId="1117404939" sldId="257"/>
        </pc:sldMkLst>
        <pc:spChg chg="mod">
          <ac:chgData name="Dr. Sanjay Chitnis" userId="S::sanjay.chitnis@reva.edu.in::d701cc45-4ba7-408d-a7c7-d22f733f1309" providerId="AD" clId="Web-{1624BE3E-BE89-33E8-CF85-29E1989996DB}" dt="2024-05-13T08:57:02.190" v="3" actId="20577"/>
          <ac:spMkLst>
            <pc:docMk/>
            <pc:sldMk cId="1117404939" sldId="257"/>
            <ac:spMk id="4" creationId="{CE7CD094-0251-5ADC-5BA4-3A4F8DEBAFE4}"/>
          </ac:spMkLst>
        </pc:spChg>
      </pc:sldChg>
      <pc:sldChg chg="modSp">
        <pc:chgData name="Dr. Sanjay Chitnis" userId="S::sanjay.chitnis@reva.edu.in::d701cc45-4ba7-408d-a7c7-d22f733f1309" providerId="AD" clId="Web-{1624BE3E-BE89-33E8-CF85-29E1989996DB}" dt="2024-05-13T08:58:10.613" v="17" actId="20577"/>
        <pc:sldMkLst>
          <pc:docMk/>
          <pc:sldMk cId="117377183" sldId="262"/>
        </pc:sldMkLst>
        <pc:spChg chg="mod">
          <ac:chgData name="Dr. Sanjay Chitnis" userId="S::sanjay.chitnis@reva.edu.in::d701cc45-4ba7-408d-a7c7-d22f733f1309" providerId="AD" clId="Web-{1624BE3E-BE89-33E8-CF85-29E1989996DB}" dt="2024-05-13T08:58:10.613" v="17" actId="20577"/>
          <ac:spMkLst>
            <pc:docMk/>
            <pc:sldMk cId="117377183" sldId="262"/>
            <ac:spMk id="4" creationId="{6AF1A31C-305B-8B99-2614-E443CD2AFB3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37F2447-4073-FE62-C0C3-75D4390947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C40709-3B98-DC67-4913-E586452CBC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C1F9DF-F3CA-418C-8E48-F7B356B78758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C38A7-E20B-80B0-8BDE-9E37E2123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B7C110-7488-6D5F-B40E-46432C8E31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50F109-BA63-4FD6-8A99-1DB5A29DE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7592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5366D0D-F54B-0ABB-B75C-613FEBEA1E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" b="18829"/>
          <a:stretch/>
        </p:blipFill>
        <p:spPr>
          <a:xfrm>
            <a:off x="0" y="3782"/>
            <a:ext cx="12192000" cy="4860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F7C8214-5533-BE70-7D3B-39BA071A7619}"/>
              </a:ext>
            </a:extLst>
          </p:cNvPr>
          <p:cNvSpPr/>
          <p:nvPr userDrawn="1"/>
        </p:nvSpPr>
        <p:spPr>
          <a:xfrm>
            <a:off x="10305288" y="5907024"/>
            <a:ext cx="1316736" cy="4493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5CD8B1-1F4C-F429-8145-0F0A4B01248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5887" y="5823109"/>
            <a:ext cx="3646344" cy="832385"/>
          </a:xfrm>
          <a:prstGeom prst="rect">
            <a:avLst/>
          </a:prstGeom>
        </p:spPr>
      </p:pic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296012A0-FC71-2DD0-D756-D4636AAD0B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246"/>
          <a:stretch/>
        </p:blipFill>
        <p:spPr>
          <a:xfrm>
            <a:off x="3564819" y="1286905"/>
            <a:ext cx="4398540" cy="125309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099E384-7157-4996-DD93-4DC16339E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95067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812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33484"/>
            <a:ext cx="10515600" cy="72969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7443-035D-4263-A7FA-C4F2145FEE00}" type="datetimeFigureOut">
              <a:rPr lang="en-IN" smtClean="0"/>
              <a:t>05-11-2024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0D2130-1B1B-ECF5-E934-C051E93F35C9}"/>
              </a:ext>
            </a:extLst>
          </p:cNvPr>
          <p:cNvSpPr/>
          <p:nvPr userDrawn="1"/>
        </p:nvSpPr>
        <p:spPr>
          <a:xfrm flipV="1">
            <a:off x="0" y="270165"/>
            <a:ext cx="12192000" cy="45719"/>
          </a:xfrm>
          <a:prstGeom prst="rect">
            <a:avLst/>
          </a:prstGeom>
          <a:solidFill>
            <a:srgbClr val="ED68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0ACDD3-80A2-5245-41A0-3EEB52FA07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267" y="5378909"/>
            <a:ext cx="1210733" cy="14790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7AB47A-A374-AE7C-0E11-8E938CD7B43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996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5366D0D-F54B-0ABB-B75C-613FEBEA1E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" b="18829"/>
          <a:stretch/>
        </p:blipFill>
        <p:spPr>
          <a:xfrm>
            <a:off x="0" y="3782"/>
            <a:ext cx="12192000" cy="4860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F7C8214-5533-BE70-7D3B-39BA071A7619}"/>
              </a:ext>
            </a:extLst>
          </p:cNvPr>
          <p:cNvSpPr/>
          <p:nvPr userDrawn="1"/>
        </p:nvSpPr>
        <p:spPr>
          <a:xfrm>
            <a:off x="10305288" y="5907024"/>
            <a:ext cx="1316736" cy="4493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2FE73B-7DAB-6FD6-70A3-A880788922D9}"/>
              </a:ext>
            </a:extLst>
          </p:cNvPr>
          <p:cNvSpPr txBox="1"/>
          <p:nvPr userDrawn="1"/>
        </p:nvSpPr>
        <p:spPr>
          <a:xfrm>
            <a:off x="3007760" y="2821399"/>
            <a:ext cx="617990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5CD8B1-1F4C-F429-8145-0F0A4B01248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5887" y="5823109"/>
            <a:ext cx="3646344" cy="83238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11F2149-B21B-9234-2D6C-9A1F8CF29104}"/>
              </a:ext>
            </a:extLst>
          </p:cNvPr>
          <p:cNvCxnSpPr/>
          <p:nvPr userDrawn="1"/>
        </p:nvCxnSpPr>
        <p:spPr>
          <a:xfrm>
            <a:off x="4305993" y="6255384"/>
            <a:ext cx="7886007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1533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7443-035D-4263-A7FA-C4F2145FEE00}" type="datetimeFigureOut">
              <a:rPr lang="en-IN" smtClean="0"/>
              <a:t>05-11-2024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30D09D-960A-1FCA-82AD-1AA292596FBC}"/>
              </a:ext>
            </a:extLst>
          </p:cNvPr>
          <p:cNvSpPr/>
          <p:nvPr userDrawn="1"/>
        </p:nvSpPr>
        <p:spPr>
          <a:xfrm flipV="1">
            <a:off x="0" y="270165"/>
            <a:ext cx="12192000" cy="45719"/>
          </a:xfrm>
          <a:prstGeom prst="rect">
            <a:avLst/>
          </a:prstGeom>
          <a:solidFill>
            <a:srgbClr val="ED68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4041FD-DC37-3C20-CEE8-0103588488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267" y="5378909"/>
            <a:ext cx="1210733" cy="14790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051374-8A08-B2B5-3D4C-458F584ABF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751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7443-035D-4263-A7FA-C4F2145FEE00}" type="datetimeFigureOut">
              <a:rPr lang="en-IN" smtClean="0"/>
              <a:t>05-11-2024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D38F5E-6DEF-DD58-5C51-CC0FD276BE3E}"/>
              </a:ext>
            </a:extLst>
          </p:cNvPr>
          <p:cNvSpPr/>
          <p:nvPr userDrawn="1"/>
        </p:nvSpPr>
        <p:spPr>
          <a:xfrm flipV="1">
            <a:off x="0" y="270165"/>
            <a:ext cx="12192000" cy="45719"/>
          </a:xfrm>
          <a:prstGeom prst="rect">
            <a:avLst/>
          </a:prstGeom>
          <a:solidFill>
            <a:srgbClr val="ED68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2F77F8-A456-895C-D404-686DA178C4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267" y="5378909"/>
            <a:ext cx="1210733" cy="14790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25F6B9-8F21-2505-0C36-2BE496B8F6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525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7443-035D-4263-A7FA-C4F2145FEE00}" type="datetimeFigureOut">
              <a:rPr lang="en-IN" smtClean="0"/>
              <a:t>05-11-2024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C97826-FBF2-F6D8-DDCB-D7EF39D820EE}"/>
              </a:ext>
            </a:extLst>
          </p:cNvPr>
          <p:cNvSpPr/>
          <p:nvPr userDrawn="1"/>
        </p:nvSpPr>
        <p:spPr>
          <a:xfrm flipV="1">
            <a:off x="0" y="270165"/>
            <a:ext cx="12192000" cy="45719"/>
          </a:xfrm>
          <a:prstGeom prst="rect">
            <a:avLst/>
          </a:prstGeom>
          <a:solidFill>
            <a:srgbClr val="ED68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10A869-58B9-3E31-676F-453FA039DF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267" y="5378909"/>
            <a:ext cx="1210733" cy="14790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436E55-F0A2-BF53-8A61-8C70589982B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386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7443-035D-4263-A7FA-C4F2145FEE00}" type="datetimeFigureOut">
              <a:rPr lang="en-IN" smtClean="0"/>
              <a:t>05-11-2024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B07A2F-75A8-D7CF-8C39-3499BD055D20}"/>
              </a:ext>
            </a:extLst>
          </p:cNvPr>
          <p:cNvSpPr/>
          <p:nvPr userDrawn="1"/>
        </p:nvSpPr>
        <p:spPr>
          <a:xfrm flipV="1">
            <a:off x="0" y="270165"/>
            <a:ext cx="12192000" cy="45719"/>
          </a:xfrm>
          <a:prstGeom prst="rect">
            <a:avLst/>
          </a:prstGeom>
          <a:solidFill>
            <a:srgbClr val="ED68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B4DAFF-CFFD-765D-F0B1-849B4901C0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267" y="5378909"/>
            <a:ext cx="1210733" cy="14790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503B0F-9755-A213-7AF2-71B2FC5C90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611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7443-035D-4263-A7FA-C4F2145FEE00}" type="datetimeFigureOut">
              <a:rPr lang="en-IN" smtClean="0"/>
              <a:t>05-11-2024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24B4EC-6E74-E11C-04B5-48BC193690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91"/>
            <a:ext cx="12192000" cy="685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487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7443-035D-4263-A7FA-C4F2145FEE00}" type="datetimeFigureOut">
              <a:rPr lang="en-IN" smtClean="0"/>
              <a:t>05-11-2024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8A7419-0EE5-8818-BC14-5E5937C761D0}"/>
              </a:ext>
            </a:extLst>
          </p:cNvPr>
          <p:cNvSpPr/>
          <p:nvPr userDrawn="1"/>
        </p:nvSpPr>
        <p:spPr>
          <a:xfrm flipV="1">
            <a:off x="0" y="270165"/>
            <a:ext cx="12192000" cy="45719"/>
          </a:xfrm>
          <a:prstGeom prst="rect">
            <a:avLst/>
          </a:prstGeom>
          <a:solidFill>
            <a:srgbClr val="ED68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402B01-8388-1906-BE4B-25D724EFF7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267" y="5378909"/>
            <a:ext cx="1210733" cy="14790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BBF8F9-5BA7-01F4-CF6A-956300CB8E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401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7443-035D-4263-A7FA-C4F2145FEE00}" type="datetimeFigureOut">
              <a:rPr lang="en-IN" smtClean="0"/>
              <a:t>05-11-2024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31F74B-A620-BED1-8083-ACD3C2222B33}"/>
              </a:ext>
            </a:extLst>
          </p:cNvPr>
          <p:cNvSpPr/>
          <p:nvPr userDrawn="1"/>
        </p:nvSpPr>
        <p:spPr>
          <a:xfrm flipV="1">
            <a:off x="0" y="270165"/>
            <a:ext cx="12192000" cy="45719"/>
          </a:xfrm>
          <a:prstGeom prst="rect">
            <a:avLst/>
          </a:prstGeom>
          <a:solidFill>
            <a:srgbClr val="ED68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6FE7B0-A325-9F6B-5DEA-6CFFB2DBBC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267" y="5378909"/>
            <a:ext cx="1210733" cy="14790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5AD06A-BD56-1758-E059-92C1C7C458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150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7443-035D-4263-A7FA-C4F2145FEE00}" type="datetimeFigureOut">
              <a:rPr lang="en-IN" smtClean="0"/>
              <a:t>05-11-2024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F13F31-6E9D-2B76-A67F-6671E18E0B01}"/>
              </a:ext>
            </a:extLst>
          </p:cNvPr>
          <p:cNvSpPr/>
          <p:nvPr userDrawn="1"/>
        </p:nvSpPr>
        <p:spPr>
          <a:xfrm flipV="1">
            <a:off x="0" y="270165"/>
            <a:ext cx="12192000" cy="45719"/>
          </a:xfrm>
          <a:prstGeom prst="rect">
            <a:avLst/>
          </a:prstGeom>
          <a:solidFill>
            <a:srgbClr val="ED68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F20BC5-158B-FBD7-0661-46090C9DD1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267" y="5378909"/>
            <a:ext cx="1210733" cy="14790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9CD942-F6EE-95F6-92C9-66D686A7E0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9961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7443-035D-4263-A7FA-C4F2145FEE00}" type="datetimeFigureOut">
              <a:rPr lang="en-IN" smtClean="0"/>
              <a:t>05-11-2024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5613ED-840F-189B-6184-7C2E83F74658}"/>
              </a:ext>
            </a:extLst>
          </p:cNvPr>
          <p:cNvSpPr/>
          <p:nvPr userDrawn="1"/>
        </p:nvSpPr>
        <p:spPr>
          <a:xfrm flipV="1">
            <a:off x="0" y="270165"/>
            <a:ext cx="12192000" cy="45719"/>
          </a:xfrm>
          <a:prstGeom prst="rect">
            <a:avLst/>
          </a:prstGeom>
          <a:solidFill>
            <a:srgbClr val="ED68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EC0B6F-B947-A6A9-12AC-258AD1C53B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267" y="5378909"/>
            <a:ext cx="1210733" cy="14790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962AF7-6154-320D-76CC-8BC30D776C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373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334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55" r:id="rId3"/>
    <p:sldLayoutId id="2147483651" r:id="rId4"/>
    <p:sldLayoutId id="2147483652" r:id="rId5"/>
    <p:sldLayoutId id="2147483653" r:id="rId6"/>
    <p:sldLayoutId id="2147483654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664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Calibri Light</vt:lpstr>
      <vt:lpstr>Roboto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Dileep Suresha Naik</dc:creator>
  <cp:lastModifiedBy>V Shree Harshitha</cp:lastModifiedBy>
  <cp:revision>83</cp:revision>
  <dcterms:created xsi:type="dcterms:W3CDTF">2023-08-10T08:59:21Z</dcterms:created>
  <dcterms:modified xsi:type="dcterms:W3CDTF">2024-11-05T15:23:10Z</dcterms:modified>
</cp:coreProperties>
</file>